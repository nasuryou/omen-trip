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si depan (EN)" id="{4f4257fc-398e-2364-410d-0ca795df9d4f}">
          <p14:sldIdLst>
            <p14:sldId id="256"/>
          </p14:sldIdLst>
        </p14:section>
        <p14:section name="Sisi depan (ID)" id="{9e914062-56b2-916a-9a40-dbac2df70b46}">
          <p14:sldIdLst>
            <p14:sldId id="257"/>
          </p14:sldIdLst>
        </p14:section>
        <p14:section name="Sisi belakang" id="{dc0c4f38-2e10-102e-8668-640b109a92e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Ukuran slide 97 x 61 mm = kartu 91 x 55 mm + bleed 3 mm tiap sisi. Jaga teks penting minimal 3 mm dari tepi kartu (6 mm dari tepi slide). Font: Montserrat (Google Fonts).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Ukuran slide 97 x 61 mm = kartu 91 x 55 mm + bleed 3 mm tiap sisi. Jaga teks penting minimal 3 mm dari tepi kartu (6 mm dari tepi slide). Font: Montserrat (Google Fonts).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Ukuran slide 97 x 61 mm = kartu 91 x 55 mm + bleed 3 mm tiap sisi. Jaga teks penting minimal 3 mm dari tepi kartu (6 mm dari tepi slide). Font: Montserrat (Google Fonts). Logo emas dan pola garis = gambar; untuk cetak foil, minta file lapisan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hirakawa-go" descr="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19" y="0"/>
            <a:ext cx="1936649" cy="2197206"/>
          </a:xfrm>
          <a:prstGeom prst="rect">
            <a:avLst/>
          </a:prstGeom>
        </p:spPr>
      </p:pic>
      <p:pic>
        <p:nvPicPr>
          <p:cNvPr id="3" name="Logo Omen Trip" descr="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8" y="235994"/>
            <a:ext cx="914233" cy="287040"/>
          </a:xfrm>
          <a:prstGeom prst="rect">
            <a:avLst/>
          </a:prstGeom>
        </p:spPr>
      </p:pic>
      <p:sp>
        <p:nvSpPr>
          <p:cNvPr id="4" name="Garis emas tagline"/>
          <p:cNvSpPr/>
          <p:nvPr/>
        </p:nvSpPr>
        <p:spPr>
          <a:xfrm>
            <a:off x="296943" y="598639"/>
            <a:ext cx="91423" cy="0"/>
          </a:xfrm>
          <a:prstGeom prst="line">
            <a:avLst/>
          </a:prstGeom>
          <a:noFill/>
          <a:ln w="6095">
            <a:solidFill>
              <a:srgbClr val="B8913A"/>
            </a:solidFill>
            <a:prstDash val="solid"/>
          </a:ln>
        </p:spPr>
      </p:sp>
      <p:sp>
        <p:nvSpPr>
          <p:cNvPr id="5" name="Tagline"/>
          <p:cNvSpPr txBox="1"/>
          <p:nvPr/>
        </p:nvSpPr>
        <p:spPr>
          <a:xfrm>
            <a:off x="424935" y="569689"/>
            <a:ext cx="1097079" cy="6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" i="1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 Travel Specialist since 2020</a:t>
            </a:r>
            <a:endParaRPr lang="en-US" sz="360" dirty="0"/>
          </a:p>
        </p:txBody>
      </p:sp>
      <p:sp>
        <p:nvSpPr>
          <p:cNvPr id="6" name="Nama"/>
          <p:cNvSpPr txBox="1"/>
          <p:nvPr/>
        </p:nvSpPr>
        <p:spPr>
          <a:xfrm>
            <a:off x="296943" y="778439"/>
            <a:ext cx="1218977" cy="12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72" dirty="0">
                <a:solidFill>
                  <a:srgbClr val="1111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 KHITTATUL ROHMAN</a:t>
            </a:r>
            <a:endParaRPr lang="en-US" sz="672" dirty="0"/>
          </a:p>
        </p:txBody>
      </p:sp>
      <p:sp>
        <p:nvSpPr>
          <p:cNvPr id="7" name="Jabatan"/>
          <p:cNvSpPr txBox="1"/>
          <p:nvPr/>
        </p:nvSpPr>
        <p:spPr>
          <a:xfrm>
            <a:off x="296943" y="897289"/>
            <a:ext cx="1097079" cy="5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12" b="1" spc="81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</a:t>
            </a:r>
            <a:endParaRPr lang="en-US" sz="312" dirty="0"/>
          </a:p>
        </p:txBody>
      </p:sp>
      <p:pic>
        <p:nvPicPr>
          <p:cNvPr id="8" name="Ikon ph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3" y="1074040"/>
            <a:ext cx="54854" cy="54854"/>
          </a:xfrm>
          <a:prstGeom prst="rect">
            <a:avLst/>
          </a:prstGeom>
        </p:spPr>
      </p:pic>
      <p:sp>
        <p:nvSpPr>
          <p:cNvPr id="9" name="Kontak phone"/>
          <p:cNvSpPr txBox="1"/>
          <p:nvPr/>
        </p:nvSpPr>
        <p:spPr>
          <a:xfrm>
            <a:off x="391413" y="107099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+81 80-9580-3259 </a:t>
            </a:r>
            <a:pPr indent="0" marL="0">
              <a:lnSpc>
                <a:spcPct val="112000"/>
              </a:lnSpc>
              <a:buNone/>
            </a:pPr>
            <a:r>
              <a:rPr lang="en-US" sz="288" dirty="0">
                <a:solidFill>
                  <a:srgbClr val="6B6B6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(WhatsApp)</a:t>
            </a:r>
            <a:endParaRPr lang="en-US" sz="360" dirty="0"/>
          </a:p>
        </p:txBody>
      </p:sp>
      <p:pic>
        <p:nvPicPr>
          <p:cNvPr id="10" name="Ikon mai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43" y="1172320"/>
            <a:ext cx="54854" cy="54854"/>
          </a:xfrm>
          <a:prstGeom prst="rect">
            <a:avLst/>
          </a:prstGeom>
        </p:spPr>
      </p:pic>
      <p:sp>
        <p:nvSpPr>
          <p:cNvPr id="11" name="Kontak mail"/>
          <p:cNvSpPr txBox="1"/>
          <p:nvPr/>
        </p:nvSpPr>
        <p:spPr>
          <a:xfrm>
            <a:off x="391413" y="116927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japan@omentrip.com</a:t>
            </a:r>
            <a:endParaRPr lang="en-US" sz="360" dirty="0"/>
          </a:p>
        </p:txBody>
      </p:sp>
      <p:pic>
        <p:nvPicPr>
          <p:cNvPr id="12" name="Ikon web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3" y="1270600"/>
            <a:ext cx="54854" cy="54854"/>
          </a:xfrm>
          <a:prstGeom prst="rect">
            <a:avLst/>
          </a:prstGeom>
        </p:spPr>
      </p:pic>
      <p:sp>
        <p:nvSpPr>
          <p:cNvPr id="13" name="Kontak web"/>
          <p:cNvSpPr txBox="1"/>
          <p:nvPr/>
        </p:nvSpPr>
        <p:spPr>
          <a:xfrm>
            <a:off x="391413" y="126755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www.omentrip.com</a:t>
            </a:r>
            <a:endParaRPr lang="en-US" sz="360" dirty="0"/>
          </a:p>
        </p:txBody>
      </p:sp>
      <p:pic>
        <p:nvPicPr>
          <p:cNvPr id="14" name="Ikon i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43" y="1368880"/>
            <a:ext cx="54854" cy="54854"/>
          </a:xfrm>
          <a:prstGeom prst="rect">
            <a:avLst/>
          </a:prstGeom>
        </p:spPr>
      </p:pic>
      <p:sp>
        <p:nvSpPr>
          <p:cNvPr id="15" name="Kontak ig"/>
          <p:cNvSpPr txBox="1"/>
          <p:nvPr/>
        </p:nvSpPr>
        <p:spPr>
          <a:xfrm>
            <a:off x="391413" y="136583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360" dirty="0"/>
          </a:p>
        </p:txBody>
      </p:sp>
      <p:pic>
        <p:nvPicPr>
          <p:cNvPr id="16" name="Ikon pi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943" y="1467160"/>
            <a:ext cx="54854" cy="54854"/>
          </a:xfrm>
          <a:prstGeom prst="rect">
            <a:avLst/>
          </a:prstGeom>
        </p:spPr>
      </p:pic>
      <p:sp>
        <p:nvSpPr>
          <p:cNvPr id="17" name="Kontak pin"/>
          <p:cNvSpPr txBox="1"/>
          <p:nvPr/>
        </p:nvSpPr>
        <p:spPr>
          <a:xfrm>
            <a:off x="391413" y="1464113"/>
            <a:ext cx="1158028" cy="12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Gemuh District, Kendal Regency,</a:t>
            </a:r>
            <a:endParaRPr lang="en-US" sz="3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 Java, INDONESIA</a:t>
            </a:r>
            <a:endParaRPr lang="en-US" sz="360" dirty="0"/>
          </a:p>
        </p:txBody>
      </p:sp>
      <p:sp>
        <p:nvSpPr>
          <p:cNvPr id="18" name="Kotak QR"/>
          <p:cNvSpPr/>
          <p:nvPr/>
        </p:nvSpPr>
        <p:spPr>
          <a:xfrm>
            <a:off x="296943" y="1668292"/>
            <a:ext cx="298649" cy="298649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4571">
            <a:solidFill>
              <a:srgbClr val="C9A24A"/>
            </a:solidFill>
            <a:prstDash val="solid"/>
          </a:ln>
          <a:effectLst>
            <a:outerShdw sx="100000" sy="100000" kx="0" ky="0" algn="bl" rotWithShape="0" blurRad="50800" dist="12700" dir="5400000">
              <a:srgbClr val="785A1E">
                <a:alpha val="18000"/>
              </a:srgbClr>
            </a:outerShdw>
          </a:effectLst>
        </p:spPr>
      </p:sp>
      <p:pic>
        <p:nvPicPr>
          <p:cNvPr id="19" name="QR Instagram" descr="qr_ig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846" y="1694195"/>
            <a:ext cx="246843" cy="246843"/>
          </a:xfrm>
          <a:prstGeom prst="rect">
            <a:avLst/>
          </a:prstGeom>
        </p:spPr>
      </p:pic>
      <p:sp>
        <p:nvSpPr>
          <p:cNvPr id="20" name="QR label"/>
          <p:cNvSpPr txBox="1"/>
          <p:nvPr/>
        </p:nvSpPr>
        <p:spPr>
          <a:xfrm>
            <a:off x="644351" y="1732288"/>
            <a:ext cx="792335" cy="48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64" b="1" spc="63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TO CONNECT</a:t>
            </a:r>
            <a:endParaRPr lang="en-US" sz="264" dirty="0"/>
          </a:p>
        </p:txBody>
      </p:sp>
      <p:sp>
        <p:nvSpPr>
          <p:cNvPr id="21" name="QR judul"/>
          <p:cNvSpPr txBox="1"/>
          <p:nvPr/>
        </p:nvSpPr>
        <p:spPr>
          <a:xfrm>
            <a:off x="644351" y="1787142"/>
            <a:ext cx="792335" cy="7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84" dirty="0">
                <a:solidFill>
                  <a:srgbClr val="0D152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Official Instagram</a:t>
            </a:r>
            <a:endParaRPr lang="en-US" sz="384" dirty="0"/>
          </a:p>
        </p:txBody>
      </p:sp>
      <p:sp>
        <p:nvSpPr>
          <p:cNvPr id="22" name="QR akun"/>
          <p:cNvSpPr txBox="1"/>
          <p:nvPr/>
        </p:nvSpPr>
        <p:spPr>
          <a:xfrm>
            <a:off x="644351" y="1857233"/>
            <a:ext cx="792335" cy="5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76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27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hirakawa-go" descr="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19" y="0"/>
            <a:ext cx="1936649" cy="2197206"/>
          </a:xfrm>
          <a:prstGeom prst="rect">
            <a:avLst/>
          </a:prstGeom>
        </p:spPr>
      </p:pic>
      <p:pic>
        <p:nvPicPr>
          <p:cNvPr id="3" name="Logo Omen Trip" descr="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8" y="235994"/>
            <a:ext cx="914233" cy="287040"/>
          </a:xfrm>
          <a:prstGeom prst="rect">
            <a:avLst/>
          </a:prstGeom>
        </p:spPr>
      </p:pic>
      <p:sp>
        <p:nvSpPr>
          <p:cNvPr id="4" name="Garis emas tagline"/>
          <p:cNvSpPr/>
          <p:nvPr/>
        </p:nvSpPr>
        <p:spPr>
          <a:xfrm>
            <a:off x="296943" y="598639"/>
            <a:ext cx="91423" cy="0"/>
          </a:xfrm>
          <a:prstGeom prst="line">
            <a:avLst/>
          </a:prstGeom>
          <a:noFill/>
          <a:ln w="6095">
            <a:solidFill>
              <a:srgbClr val="B8913A"/>
            </a:solidFill>
            <a:prstDash val="solid"/>
          </a:ln>
        </p:spPr>
      </p:sp>
      <p:sp>
        <p:nvSpPr>
          <p:cNvPr id="5" name="Tagline"/>
          <p:cNvSpPr txBox="1"/>
          <p:nvPr/>
        </p:nvSpPr>
        <p:spPr>
          <a:xfrm>
            <a:off x="424935" y="569689"/>
            <a:ext cx="1097079" cy="6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" i="1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Spesialis Wisata Jepang sejak 2020</a:t>
            </a:r>
            <a:endParaRPr lang="en-US" sz="360" dirty="0"/>
          </a:p>
        </p:txBody>
      </p:sp>
      <p:sp>
        <p:nvSpPr>
          <p:cNvPr id="6" name="Nama"/>
          <p:cNvSpPr txBox="1"/>
          <p:nvPr/>
        </p:nvSpPr>
        <p:spPr>
          <a:xfrm>
            <a:off x="296943" y="778439"/>
            <a:ext cx="1218977" cy="12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72" dirty="0">
                <a:solidFill>
                  <a:srgbClr val="1111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 KHITTATUL ROHMAN</a:t>
            </a:r>
            <a:endParaRPr lang="en-US" sz="672" dirty="0"/>
          </a:p>
        </p:txBody>
      </p:sp>
      <p:sp>
        <p:nvSpPr>
          <p:cNvPr id="7" name="Jabatan"/>
          <p:cNvSpPr txBox="1"/>
          <p:nvPr/>
        </p:nvSpPr>
        <p:spPr>
          <a:xfrm>
            <a:off x="296943" y="897289"/>
            <a:ext cx="1097079" cy="5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12" b="1" spc="81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</a:t>
            </a:r>
            <a:endParaRPr lang="en-US" sz="312" dirty="0"/>
          </a:p>
        </p:txBody>
      </p:sp>
      <p:pic>
        <p:nvPicPr>
          <p:cNvPr id="8" name="Ikon ph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3" y="1074040"/>
            <a:ext cx="54854" cy="54854"/>
          </a:xfrm>
          <a:prstGeom prst="rect">
            <a:avLst/>
          </a:prstGeom>
        </p:spPr>
      </p:pic>
      <p:sp>
        <p:nvSpPr>
          <p:cNvPr id="9" name="Kontak phone"/>
          <p:cNvSpPr txBox="1"/>
          <p:nvPr/>
        </p:nvSpPr>
        <p:spPr>
          <a:xfrm>
            <a:off x="391413" y="107099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+81 80-9580-3259 </a:t>
            </a:r>
            <a:pPr indent="0" marL="0">
              <a:lnSpc>
                <a:spcPct val="112000"/>
              </a:lnSpc>
              <a:buNone/>
            </a:pPr>
            <a:r>
              <a:rPr lang="en-US" sz="288" dirty="0">
                <a:solidFill>
                  <a:srgbClr val="6B6B6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(WhatsApp)</a:t>
            </a:r>
            <a:endParaRPr lang="en-US" sz="360" dirty="0"/>
          </a:p>
        </p:txBody>
      </p:sp>
      <p:pic>
        <p:nvPicPr>
          <p:cNvPr id="10" name="Ikon mai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43" y="1172320"/>
            <a:ext cx="54854" cy="54854"/>
          </a:xfrm>
          <a:prstGeom prst="rect">
            <a:avLst/>
          </a:prstGeom>
        </p:spPr>
      </p:pic>
      <p:sp>
        <p:nvSpPr>
          <p:cNvPr id="11" name="Kontak mail"/>
          <p:cNvSpPr txBox="1"/>
          <p:nvPr/>
        </p:nvSpPr>
        <p:spPr>
          <a:xfrm>
            <a:off x="391413" y="116927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japan@omentrip.com</a:t>
            </a:r>
            <a:endParaRPr lang="en-US" sz="360" dirty="0"/>
          </a:p>
        </p:txBody>
      </p:sp>
      <p:pic>
        <p:nvPicPr>
          <p:cNvPr id="12" name="Ikon web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3" y="1270600"/>
            <a:ext cx="54854" cy="54854"/>
          </a:xfrm>
          <a:prstGeom prst="rect">
            <a:avLst/>
          </a:prstGeom>
        </p:spPr>
      </p:pic>
      <p:sp>
        <p:nvSpPr>
          <p:cNvPr id="13" name="Kontak web"/>
          <p:cNvSpPr txBox="1"/>
          <p:nvPr/>
        </p:nvSpPr>
        <p:spPr>
          <a:xfrm>
            <a:off x="391413" y="126755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www.omentrip.com</a:t>
            </a:r>
            <a:endParaRPr lang="en-US" sz="360" dirty="0"/>
          </a:p>
        </p:txBody>
      </p:sp>
      <p:pic>
        <p:nvPicPr>
          <p:cNvPr id="14" name="Ikon i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43" y="1368880"/>
            <a:ext cx="54854" cy="54854"/>
          </a:xfrm>
          <a:prstGeom prst="rect">
            <a:avLst/>
          </a:prstGeom>
        </p:spPr>
      </p:pic>
      <p:sp>
        <p:nvSpPr>
          <p:cNvPr id="15" name="Kontak ig"/>
          <p:cNvSpPr txBox="1"/>
          <p:nvPr/>
        </p:nvSpPr>
        <p:spPr>
          <a:xfrm>
            <a:off x="391413" y="1365833"/>
            <a:ext cx="1158028" cy="6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360" dirty="0"/>
          </a:p>
        </p:txBody>
      </p:sp>
      <p:pic>
        <p:nvPicPr>
          <p:cNvPr id="16" name="Ikon pi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943" y="1467160"/>
            <a:ext cx="54854" cy="54854"/>
          </a:xfrm>
          <a:prstGeom prst="rect">
            <a:avLst/>
          </a:prstGeom>
        </p:spPr>
      </p:pic>
      <p:sp>
        <p:nvSpPr>
          <p:cNvPr id="17" name="Kontak pin"/>
          <p:cNvSpPr txBox="1"/>
          <p:nvPr/>
        </p:nvSpPr>
        <p:spPr>
          <a:xfrm>
            <a:off x="391413" y="1464113"/>
            <a:ext cx="1158028" cy="12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Kecamatan Gemuh, Kabupaten Kendal,</a:t>
            </a:r>
            <a:endParaRPr lang="en-US" sz="3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Jawa Tengah, INDONESIA</a:t>
            </a:r>
            <a:endParaRPr lang="en-US" sz="360" dirty="0"/>
          </a:p>
        </p:txBody>
      </p:sp>
      <p:sp>
        <p:nvSpPr>
          <p:cNvPr id="18" name="Kotak QR"/>
          <p:cNvSpPr/>
          <p:nvPr/>
        </p:nvSpPr>
        <p:spPr>
          <a:xfrm>
            <a:off x="296943" y="1668292"/>
            <a:ext cx="298649" cy="298649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4571">
            <a:solidFill>
              <a:srgbClr val="C9A24A"/>
            </a:solidFill>
            <a:prstDash val="solid"/>
          </a:ln>
          <a:effectLst>
            <a:outerShdw sx="100000" sy="100000" kx="0" ky="0" algn="bl" rotWithShape="0" blurRad="50800" dist="12700" dir="5400000">
              <a:srgbClr val="785A1E">
                <a:alpha val="18000"/>
              </a:srgbClr>
            </a:outerShdw>
          </a:effectLst>
        </p:spPr>
      </p:sp>
      <p:pic>
        <p:nvPicPr>
          <p:cNvPr id="19" name="QR Instagram" descr="qr_ig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846" y="1694195"/>
            <a:ext cx="246843" cy="246843"/>
          </a:xfrm>
          <a:prstGeom prst="rect">
            <a:avLst/>
          </a:prstGeom>
        </p:spPr>
      </p:pic>
      <p:sp>
        <p:nvSpPr>
          <p:cNvPr id="20" name="QR label"/>
          <p:cNvSpPr txBox="1"/>
          <p:nvPr/>
        </p:nvSpPr>
        <p:spPr>
          <a:xfrm>
            <a:off x="644351" y="1732288"/>
            <a:ext cx="792335" cy="48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64" b="1" spc="63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PINDAI UNTUK TERHUBUNG</a:t>
            </a:r>
            <a:endParaRPr lang="en-US" sz="264" dirty="0"/>
          </a:p>
        </p:txBody>
      </p:sp>
      <p:sp>
        <p:nvSpPr>
          <p:cNvPr id="21" name="QR judul"/>
          <p:cNvSpPr txBox="1"/>
          <p:nvPr/>
        </p:nvSpPr>
        <p:spPr>
          <a:xfrm>
            <a:off x="644351" y="1787142"/>
            <a:ext cx="792335" cy="7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84" dirty="0">
                <a:solidFill>
                  <a:srgbClr val="0D152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Instagram Resmi</a:t>
            </a:r>
            <a:endParaRPr lang="en-US" sz="384" dirty="0"/>
          </a:p>
        </p:txBody>
      </p:sp>
      <p:sp>
        <p:nvSpPr>
          <p:cNvPr id="22" name="QR akun"/>
          <p:cNvSpPr txBox="1"/>
          <p:nvPr/>
        </p:nvSpPr>
        <p:spPr>
          <a:xfrm>
            <a:off x="644351" y="1857233"/>
            <a:ext cx="792335" cy="5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76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27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ar navy + pola garis" descr="navy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92368" cy="2197206"/>
          </a:xfrm>
          <a:prstGeom prst="rect">
            <a:avLst/>
          </a:prstGeom>
        </p:spPr>
      </p:pic>
      <p:pic>
        <p:nvPicPr>
          <p:cNvPr id="3" name="Logo emas" descr="logo_gold_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56" y="810843"/>
            <a:ext cx="1560290" cy="557682"/>
          </a:xfrm>
          <a:prstGeom prst="rect">
            <a:avLst/>
          </a:prstGeom>
        </p:spPr>
      </p:pic>
      <p:pic>
        <p:nvPicPr>
          <p:cNvPr id="4" name="QR WhatsApp" descr="qr_wa_p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9" y="1637817"/>
            <a:ext cx="365693" cy="365693"/>
          </a:xfrm>
          <a:prstGeom prst="rect">
            <a:avLst/>
          </a:prstGeom>
        </p:spPr>
      </p:pic>
      <p:sp>
        <p:nvSpPr>
          <p:cNvPr id="5" name="Label WhatsApp"/>
          <p:cNvSpPr txBox="1"/>
          <p:nvPr/>
        </p:nvSpPr>
        <p:spPr>
          <a:xfrm>
            <a:off x="571213" y="1768857"/>
            <a:ext cx="609488" cy="4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8" b="1" spc="64" kern="0" dirty="0">
                <a:solidFill>
                  <a:srgbClr val="D4B0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228" dirty="0"/>
          </a:p>
        </p:txBody>
      </p:sp>
      <p:sp>
        <p:nvSpPr>
          <p:cNvPr id="6" name="Nomor WhatsApp"/>
          <p:cNvSpPr txBox="1"/>
          <p:nvPr/>
        </p:nvSpPr>
        <p:spPr>
          <a:xfrm>
            <a:off x="571213" y="1820664"/>
            <a:ext cx="609488" cy="5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12" spc="12" kern="0" dirty="0">
                <a:solidFill>
                  <a:srgbClr val="E9D39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+81 80-9580-3259</a:t>
            </a:r>
            <a:endParaRPr lang="en-US" sz="31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en Trip Card">
  <a:themeElements>
    <a:clrScheme name="Omen Trip Card">
      <a:dk1>
        <a:srgbClr val="111111"/>
      </a:dk1>
      <a:lt1>
        <a:srgbClr val="FFFFFF"/>
      </a:lt1>
      <a:dk2>
        <a:srgbClr val="16233F"/>
      </a:dk2>
      <a:lt2>
        <a:srgbClr val="F4F6FA"/>
      </a:lt2>
      <a:accent1>
        <a:srgbClr val="0B3991"/>
      </a:accent1>
      <a:accent2>
        <a:srgbClr val="B8913A"/>
      </a:accent2>
      <a:accent3>
        <a:srgbClr val="D4AF5A"/>
      </a:accent3>
      <a:accent4>
        <a:srgbClr val="2F52B8"/>
      </a:accent4>
      <a:accent5>
        <a:srgbClr val="6B6B6B"/>
      </a:accent5>
      <a:accent6>
        <a:srgbClr val="E9D39A"/>
      </a:accent6>
      <a:hlink>
        <a:srgbClr val="0B3991"/>
      </a:hlink>
      <a:folHlink>
        <a:srgbClr val="2F52B8"/>
      </a:folHlink>
    </a:clrScheme>
    <a:fontScheme name="Omen Trip Card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Kartu Nama Omen Trip - M Khittatul Rohman</dc:title>
  <dc:subject>PptxGenJS Presentation</dc:subject>
  <dc:creator>Omen Trip</dc:creator>
  <cp:lastModifiedBy>Omen Trip</cp:lastModifiedBy>
  <cp:revision>1</cp:revision>
  <dcterms:created xsi:type="dcterms:W3CDTF">2026-10-30T01:31:05Z</dcterms:created>
  <dcterms:modified xsi:type="dcterms:W3CDTF">2026-10-30T01:31:05Z</dcterms:modified>
</cp:coreProperties>
</file>