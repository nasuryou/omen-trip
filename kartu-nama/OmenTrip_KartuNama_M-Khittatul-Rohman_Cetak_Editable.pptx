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3492000" cy="2196000"/>
  <p:notesSz cx="2196000" cy="34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isi depan (EN)" id="{5bcb5fe2-e458-f251-ab31-850d1ddcc35a}">
          <p14:sldIdLst>
            <p14:sldId id="256"/>
          </p14:sldIdLst>
        </p14:section>
        <p14:section name="Sisi depan (ID)" id="{2bccc127-bd02-33f7-122e-045d778860e7}">
          <p14:sldIdLst>
            <p14:sldId id="257"/>
          </p14:sldIdLst>
        </p14:section>
        <p14:section name="Sisi belakang" id="{82c01b64-d0d9-faaa-9565-aadb499d41f2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 cetak. Slide 97 x 61 mm = kartu 91 x 55 mm + bleed 3 mm tiap sisi. Teks penting tetap di dalam area aman (3 mm dari garis potong). Ukuran teks: nama +-9,6 pt, kontak +-6,2 pt, teks terkecil +-5,5 pt. Font: Montserrat (Google Fonts).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 cetak. Slide 97 x 61 mm = kartu 91 x 55 mm + bleed 3 mm tiap sisi. Teks penting tetap di dalam area aman (3 mm dari garis potong). Ukuran teks: nama +-9,6 pt, kontak +-6,2 pt, teks terkecil +-5,5 pt. Font: Montserrat (Google Fonts).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 cetak. Slide 97 x 61 mm = kartu 91 x 55 mm + bleed 3 mm tiap sisi. Teks penting tetap di dalam area aman (3 mm dari garis potong). Ukuran teks: nama +-9,6 pt, kontak +-6,2 pt, teks terkecil +-5,5 pt. Font: Montserrat (Google Fonts). Logo emas dan pola garis = gambar; untuk cetak foil, minta file lapisan terpisah.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hirakawa-go" descr="photo_pri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887" y="0"/>
            <a:ext cx="1556481" cy="2197206"/>
          </a:xfrm>
          <a:prstGeom prst="rect">
            <a:avLst/>
          </a:prstGeom>
        </p:spPr>
      </p:pic>
      <p:pic>
        <p:nvPicPr>
          <p:cNvPr id="3" name="Logo Omen Trip" descr="logo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8" y="229899"/>
            <a:ext cx="822809" cy="258336"/>
          </a:xfrm>
          <a:prstGeom prst="rect">
            <a:avLst/>
          </a:prstGeom>
        </p:spPr>
      </p:pic>
      <p:sp>
        <p:nvSpPr>
          <p:cNvPr id="4" name="Garis emas tagline"/>
          <p:cNvSpPr/>
          <p:nvPr/>
        </p:nvSpPr>
        <p:spPr>
          <a:xfrm>
            <a:off x="296943" y="571213"/>
            <a:ext cx="85328" cy="0"/>
          </a:xfrm>
          <a:prstGeom prst="line">
            <a:avLst/>
          </a:prstGeom>
          <a:noFill/>
          <a:ln w="7619">
            <a:solidFill>
              <a:srgbClr val="B8913A"/>
            </a:solidFill>
            <a:prstDash val="solid"/>
          </a:ln>
        </p:spPr>
      </p:sp>
      <p:sp>
        <p:nvSpPr>
          <p:cNvPr id="5" name="Tagline"/>
          <p:cNvSpPr txBox="1"/>
          <p:nvPr/>
        </p:nvSpPr>
        <p:spPr>
          <a:xfrm>
            <a:off x="418840" y="525501"/>
            <a:ext cx="1432298" cy="11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Japan Travel Specialist since 2020</a:t>
            </a:r>
            <a:endParaRPr lang="en-US" sz="600" dirty="0"/>
          </a:p>
        </p:txBody>
      </p:sp>
      <p:sp>
        <p:nvSpPr>
          <p:cNvPr id="6" name="Nama"/>
          <p:cNvSpPr txBox="1"/>
          <p:nvPr/>
        </p:nvSpPr>
        <p:spPr>
          <a:xfrm>
            <a:off x="296943" y="693110"/>
            <a:ext cx="1584670" cy="17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 KHITTATUL ROHMAN</a:t>
            </a:r>
            <a:endParaRPr lang="en-US" sz="960" dirty="0"/>
          </a:p>
        </p:txBody>
      </p:sp>
      <p:sp>
        <p:nvSpPr>
          <p:cNvPr id="7" name="Jabatan"/>
          <p:cNvSpPr txBox="1"/>
          <p:nvPr/>
        </p:nvSpPr>
        <p:spPr>
          <a:xfrm>
            <a:off x="296943" y="857672"/>
            <a:ext cx="1279926" cy="11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120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&amp; CEO</a:t>
            </a:r>
            <a:endParaRPr lang="en-US" sz="600" dirty="0"/>
          </a:p>
        </p:txBody>
      </p:sp>
      <p:pic>
        <p:nvPicPr>
          <p:cNvPr id="8" name="Ikon ph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3" y="1052708"/>
            <a:ext cx="79233" cy="79233"/>
          </a:xfrm>
          <a:prstGeom prst="rect">
            <a:avLst/>
          </a:prstGeom>
        </p:spPr>
      </p:pic>
      <p:sp>
        <p:nvSpPr>
          <p:cNvPr id="9" name="Kontak phone"/>
          <p:cNvSpPr txBox="1"/>
          <p:nvPr/>
        </p:nvSpPr>
        <p:spPr>
          <a:xfrm>
            <a:off x="418840" y="1046613"/>
            <a:ext cx="1462772" cy="10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+81 80-9580-3259 </a:t>
            </a:r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6B6B6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(WhatsApp)</a:t>
            </a:r>
            <a:endParaRPr lang="en-US" sz="624" dirty="0"/>
          </a:p>
        </p:txBody>
      </p:sp>
      <p:pic>
        <p:nvPicPr>
          <p:cNvPr id="10" name="Ikon mai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43" y="1177653"/>
            <a:ext cx="79233" cy="79233"/>
          </a:xfrm>
          <a:prstGeom prst="rect">
            <a:avLst/>
          </a:prstGeom>
        </p:spPr>
      </p:pic>
      <p:sp>
        <p:nvSpPr>
          <p:cNvPr id="11" name="Kontak mail"/>
          <p:cNvSpPr txBox="1"/>
          <p:nvPr/>
        </p:nvSpPr>
        <p:spPr>
          <a:xfrm>
            <a:off x="418840" y="1171559"/>
            <a:ext cx="1462772" cy="10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japan@omentrip.com</a:t>
            </a:r>
            <a:endParaRPr lang="en-US" sz="624" dirty="0"/>
          </a:p>
        </p:txBody>
      </p:sp>
      <p:pic>
        <p:nvPicPr>
          <p:cNvPr id="12" name="Ikon web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43" y="1302599"/>
            <a:ext cx="79233" cy="79233"/>
          </a:xfrm>
          <a:prstGeom prst="rect">
            <a:avLst/>
          </a:prstGeom>
        </p:spPr>
      </p:pic>
      <p:sp>
        <p:nvSpPr>
          <p:cNvPr id="13" name="Kontak web"/>
          <p:cNvSpPr txBox="1"/>
          <p:nvPr/>
        </p:nvSpPr>
        <p:spPr>
          <a:xfrm>
            <a:off x="418840" y="1296504"/>
            <a:ext cx="1462772" cy="10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www.omentrip.com</a:t>
            </a:r>
            <a:endParaRPr lang="en-US" sz="624" dirty="0"/>
          </a:p>
        </p:txBody>
      </p:sp>
      <p:pic>
        <p:nvPicPr>
          <p:cNvPr id="14" name="Ikon pi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943" y="1427544"/>
            <a:ext cx="79233" cy="79233"/>
          </a:xfrm>
          <a:prstGeom prst="rect">
            <a:avLst/>
          </a:prstGeom>
        </p:spPr>
      </p:pic>
      <p:sp>
        <p:nvSpPr>
          <p:cNvPr id="15" name="Kontak pin"/>
          <p:cNvSpPr txBox="1"/>
          <p:nvPr/>
        </p:nvSpPr>
        <p:spPr>
          <a:xfrm>
            <a:off x="418840" y="1421449"/>
            <a:ext cx="1462772" cy="201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Gemuh District, Kendal Regency,</a:t>
            </a:r>
            <a:endParaRPr lang="en-US" sz="624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Central Java, INDONESIA</a:t>
            </a:r>
            <a:endParaRPr lang="en-US" sz="624" dirty="0"/>
          </a:p>
        </p:txBody>
      </p:sp>
      <p:sp>
        <p:nvSpPr>
          <p:cNvPr id="16" name="Kotak QR"/>
          <p:cNvSpPr/>
          <p:nvPr/>
        </p:nvSpPr>
        <p:spPr>
          <a:xfrm>
            <a:off x="296943" y="1692671"/>
            <a:ext cx="286460" cy="286460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6095">
            <a:solidFill>
              <a:srgbClr val="C9A24A"/>
            </a:solidFill>
            <a:prstDash val="solid"/>
          </a:ln>
          <a:effectLst>
            <a:outerShdw sx="100000" sy="100000" kx="0" ky="0" algn="bl" rotWithShape="0" blurRad="50800" dist="12700" dir="5400000">
              <a:srgbClr val="785A1E">
                <a:alpha val="18000"/>
              </a:srgbClr>
            </a:outerShdw>
          </a:effectLst>
        </p:spPr>
      </p:sp>
      <p:pic>
        <p:nvPicPr>
          <p:cNvPr id="17" name="QR Instagram" descr="qr_ig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275" y="1714003"/>
            <a:ext cx="243795" cy="243795"/>
          </a:xfrm>
          <a:prstGeom prst="rect">
            <a:avLst/>
          </a:prstGeom>
        </p:spPr>
      </p:pic>
      <p:sp>
        <p:nvSpPr>
          <p:cNvPr id="18" name="QR label"/>
          <p:cNvSpPr txBox="1"/>
          <p:nvPr/>
        </p:nvSpPr>
        <p:spPr>
          <a:xfrm>
            <a:off x="632161" y="1710956"/>
            <a:ext cx="1279926" cy="101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52" b="1" spc="99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SCAN TO CONNECT</a:t>
            </a:r>
            <a:endParaRPr lang="en-US" sz="552" dirty="0"/>
          </a:p>
        </p:txBody>
      </p:sp>
      <p:sp>
        <p:nvSpPr>
          <p:cNvPr id="19" name="QR judul"/>
          <p:cNvSpPr txBox="1"/>
          <p:nvPr/>
        </p:nvSpPr>
        <p:spPr>
          <a:xfrm>
            <a:off x="632161" y="1793237"/>
            <a:ext cx="1279926" cy="11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48" dirty="0">
                <a:solidFill>
                  <a:srgbClr val="0D152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Official Instagram</a:t>
            </a:r>
            <a:endParaRPr lang="en-US" sz="648" dirty="0"/>
          </a:p>
        </p:txBody>
      </p:sp>
      <p:sp>
        <p:nvSpPr>
          <p:cNvPr id="20" name="QR akun"/>
          <p:cNvSpPr txBox="1"/>
          <p:nvPr/>
        </p:nvSpPr>
        <p:spPr>
          <a:xfrm>
            <a:off x="632161" y="1893802"/>
            <a:ext cx="1279926" cy="101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52" dirty="0">
                <a:solidFill>
                  <a:srgbClr val="55555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@omen_said</a:t>
            </a:r>
            <a:endParaRPr lang="en-US" sz="5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 Shirakawa-go" descr="photo_pri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887" y="0"/>
            <a:ext cx="1556481" cy="2197206"/>
          </a:xfrm>
          <a:prstGeom prst="rect">
            <a:avLst/>
          </a:prstGeom>
        </p:spPr>
      </p:pic>
      <p:pic>
        <p:nvPicPr>
          <p:cNvPr id="3" name="Logo Omen Trip" descr="logo_h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58" y="229899"/>
            <a:ext cx="822809" cy="258336"/>
          </a:xfrm>
          <a:prstGeom prst="rect">
            <a:avLst/>
          </a:prstGeom>
        </p:spPr>
      </p:pic>
      <p:sp>
        <p:nvSpPr>
          <p:cNvPr id="4" name="Garis emas tagline"/>
          <p:cNvSpPr/>
          <p:nvPr/>
        </p:nvSpPr>
        <p:spPr>
          <a:xfrm>
            <a:off x="296943" y="571213"/>
            <a:ext cx="85328" cy="0"/>
          </a:xfrm>
          <a:prstGeom prst="line">
            <a:avLst/>
          </a:prstGeom>
          <a:noFill/>
          <a:ln w="7619">
            <a:solidFill>
              <a:srgbClr val="B8913A"/>
            </a:solidFill>
            <a:prstDash val="solid"/>
          </a:ln>
        </p:spPr>
      </p:sp>
      <p:sp>
        <p:nvSpPr>
          <p:cNvPr id="5" name="Tagline"/>
          <p:cNvSpPr txBox="1"/>
          <p:nvPr/>
        </p:nvSpPr>
        <p:spPr>
          <a:xfrm>
            <a:off x="418840" y="525501"/>
            <a:ext cx="1432298" cy="11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Spesialis Wisata Jepang sejak 2020</a:t>
            </a:r>
            <a:endParaRPr lang="en-US" sz="600" dirty="0"/>
          </a:p>
        </p:txBody>
      </p:sp>
      <p:sp>
        <p:nvSpPr>
          <p:cNvPr id="6" name="Nama"/>
          <p:cNvSpPr txBox="1"/>
          <p:nvPr/>
        </p:nvSpPr>
        <p:spPr>
          <a:xfrm>
            <a:off x="296943" y="693110"/>
            <a:ext cx="1584670" cy="176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111111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M KHITTATUL ROHMAN</a:t>
            </a:r>
            <a:endParaRPr lang="en-US" sz="960" dirty="0"/>
          </a:p>
        </p:txBody>
      </p:sp>
      <p:sp>
        <p:nvSpPr>
          <p:cNvPr id="7" name="Jabatan"/>
          <p:cNvSpPr txBox="1"/>
          <p:nvPr/>
        </p:nvSpPr>
        <p:spPr>
          <a:xfrm>
            <a:off x="296943" y="857672"/>
            <a:ext cx="1279926" cy="11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00" b="1" spc="120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 &amp; CEO</a:t>
            </a:r>
            <a:endParaRPr lang="en-US" sz="600" dirty="0"/>
          </a:p>
        </p:txBody>
      </p:sp>
      <p:pic>
        <p:nvPicPr>
          <p:cNvPr id="8" name="Ikon ph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43" y="1052708"/>
            <a:ext cx="79233" cy="79233"/>
          </a:xfrm>
          <a:prstGeom prst="rect">
            <a:avLst/>
          </a:prstGeom>
        </p:spPr>
      </p:pic>
      <p:sp>
        <p:nvSpPr>
          <p:cNvPr id="9" name="Kontak phone"/>
          <p:cNvSpPr txBox="1"/>
          <p:nvPr/>
        </p:nvSpPr>
        <p:spPr>
          <a:xfrm>
            <a:off x="418840" y="1046613"/>
            <a:ext cx="1462772" cy="10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+81 80-9580-3259 </a:t>
            </a:r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6B6B6B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(WhatsApp)</a:t>
            </a:r>
            <a:endParaRPr lang="en-US" sz="624" dirty="0"/>
          </a:p>
        </p:txBody>
      </p:sp>
      <p:pic>
        <p:nvPicPr>
          <p:cNvPr id="10" name="Ikon mail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943" y="1177653"/>
            <a:ext cx="79233" cy="79233"/>
          </a:xfrm>
          <a:prstGeom prst="rect">
            <a:avLst/>
          </a:prstGeom>
        </p:spPr>
      </p:pic>
      <p:sp>
        <p:nvSpPr>
          <p:cNvPr id="11" name="Kontak mail"/>
          <p:cNvSpPr txBox="1"/>
          <p:nvPr/>
        </p:nvSpPr>
        <p:spPr>
          <a:xfrm>
            <a:off x="418840" y="1171559"/>
            <a:ext cx="1462772" cy="10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japan@omentrip.com</a:t>
            </a:r>
            <a:endParaRPr lang="en-US" sz="624" dirty="0"/>
          </a:p>
        </p:txBody>
      </p:sp>
      <p:pic>
        <p:nvPicPr>
          <p:cNvPr id="12" name="Ikon web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943" y="1302599"/>
            <a:ext cx="79233" cy="79233"/>
          </a:xfrm>
          <a:prstGeom prst="rect">
            <a:avLst/>
          </a:prstGeom>
        </p:spPr>
      </p:pic>
      <p:sp>
        <p:nvSpPr>
          <p:cNvPr id="13" name="Kontak web"/>
          <p:cNvSpPr txBox="1"/>
          <p:nvPr/>
        </p:nvSpPr>
        <p:spPr>
          <a:xfrm>
            <a:off x="418840" y="1296504"/>
            <a:ext cx="1462772" cy="103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www.omentrip.com</a:t>
            </a:r>
            <a:endParaRPr lang="en-US" sz="624" dirty="0"/>
          </a:p>
        </p:txBody>
      </p:sp>
      <p:pic>
        <p:nvPicPr>
          <p:cNvPr id="14" name="Ikon pi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943" y="1427544"/>
            <a:ext cx="79233" cy="79233"/>
          </a:xfrm>
          <a:prstGeom prst="rect">
            <a:avLst/>
          </a:prstGeom>
        </p:spPr>
      </p:pic>
      <p:sp>
        <p:nvSpPr>
          <p:cNvPr id="15" name="Kontak pin"/>
          <p:cNvSpPr txBox="1"/>
          <p:nvPr/>
        </p:nvSpPr>
        <p:spPr>
          <a:xfrm>
            <a:off x="418840" y="1421449"/>
            <a:ext cx="1462772" cy="201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Kec. Gemuh, Kab. Kendal,</a:t>
            </a:r>
            <a:endParaRPr lang="en-US" sz="624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24" dirty="0">
                <a:solidFill>
                  <a:srgbClr val="111111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Jawa Tengah, INDONESIA</a:t>
            </a:r>
            <a:endParaRPr lang="en-US" sz="624" dirty="0"/>
          </a:p>
        </p:txBody>
      </p:sp>
      <p:sp>
        <p:nvSpPr>
          <p:cNvPr id="16" name="Kotak QR"/>
          <p:cNvSpPr/>
          <p:nvPr/>
        </p:nvSpPr>
        <p:spPr>
          <a:xfrm>
            <a:off x="296943" y="1692671"/>
            <a:ext cx="286460" cy="286460"/>
          </a:xfrm>
          <a:prstGeom prst="roundRect">
            <a:avLst>
              <a:gd name="adj" fmla="val 11702"/>
            </a:avLst>
          </a:prstGeom>
          <a:solidFill>
            <a:srgbClr val="FFFFFF"/>
          </a:solidFill>
          <a:ln w="6095">
            <a:solidFill>
              <a:srgbClr val="C9A24A"/>
            </a:solidFill>
            <a:prstDash val="solid"/>
          </a:ln>
          <a:effectLst>
            <a:outerShdw sx="100000" sy="100000" kx="0" ky="0" algn="bl" rotWithShape="0" blurRad="50800" dist="12700" dir="5400000">
              <a:srgbClr val="785A1E">
                <a:alpha val="18000"/>
              </a:srgbClr>
            </a:outerShdw>
          </a:effectLst>
        </p:spPr>
      </p:sp>
      <p:pic>
        <p:nvPicPr>
          <p:cNvPr id="17" name="QR Instagram" descr="qr_ig_dar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275" y="1714003"/>
            <a:ext cx="243795" cy="243795"/>
          </a:xfrm>
          <a:prstGeom prst="rect">
            <a:avLst/>
          </a:prstGeom>
        </p:spPr>
      </p:pic>
      <p:sp>
        <p:nvSpPr>
          <p:cNvPr id="18" name="QR label"/>
          <p:cNvSpPr txBox="1"/>
          <p:nvPr/>
        </p:nvSpPr>
        <p:spPr>
          <a:xfrm>
            <a:off x="632161" y="1710956"/>
            <a:ext cx="1279926" cy="101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52" b="1" spc="55" kern="0" dirty="0">
                <a:solidFill>
                  <a:srgbClr val="B891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PINDAI UNTUK TERHUBUNG</a:t>
            </a:r>
            <a:endParaRPr lang="en-US" sz="552" dirty="0"/>
          </a:p>
        </p:txBody>
      </p:sp>
      <p:sp>
        <p:nvSpPr>
          <p:cNvPr id="19" name="QR judul"/>
          <p:cNvSpPr txBox="1"/>
          <p:nvPr/>
        </p:nvSpPr>
        <p:spPr>
          <a:xfrm>
            <a:off x="632161" y="1793237"/>
            <a:ext cx="1279926" cy="11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648" dirty="0">
                <a:solidFill>
                  <a:srgbClr val="0D1526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Instagram Resmi</a:t>
            </a:r>
            <a:endParaRPr lang="en-US" sz="648" dirty="0"/>
          </a:p>
        </p:txBody>
      </p:sp>
      <p:sp>
        <p:nvSpPr>
          <p:cNvPr id="20" name="QR akun"/>
          <p:cNvSpPr txBox="1"/>
          <p:nvPr/>
        </p:nvSpPr>
        <p:spPr>
          <a:xfrm>
            <a:off x="632161" y="1893802"/>
            <a:ext cx="1279926" cy="101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52" dirty="0">
                <a:solidFill>
                  <a:srgbClr val="555555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@omen_said</a:t>
            </a:r>
            <a:endParaRPr lang="en-US" sz="5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atar navy + pola garis" descr="navy_bg_prin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92368" cy="2197206"/>
          </a:xfrm>
          <a:prstGeom prst="rect">
            <a:avLst/>
          </a:prstGeom>
        </p:spPr>
      </p:pic>
      <p:pic>
        <p:nvPicPr>
          <p:cNvPr id="3" name="Logo emas" descr="logo_gold_shad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856" y="795606"/>
            <a:ext cx="1560290" cy="557682"/>
          </a:xfrm>
          <a:prstGeom prst="rect">
            <a:avLst/>
          </a:prstGeom>
        </p:spPr>
      </p:pic>
      <p:pic>
        <p:nvPicPr>
          <p:cNvPr id="4" name="QR WhatsApp" descr="qr_wa_plate_pr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519" y="1497635"/>
            <a:ext cx="511970" cy="511970"/>
          </a:xfrm>
          <a:prstGeom prst="rect">
            <a:avLst/>
          </a:prstGeom>
        </p:spPr>
      </p:pic>
      <p:sp>
        <p:nvSpPr>
          <p:cNvPr id="5" name="Label WhatsApp"/>
          <p:cNvSpPr txBox="1"/>
          <p:nvPr/>
        </p:nvSpPr>
        <p:spPr>
          <a:xfrm>
            <a:off x="723585" y="1646959"/>
            <a:ext cx="914233" cy="106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576" b="1" spc="144" kern="0" dirty="0">
                <a:solidFill>
                  <a:srgbClr val="D4B06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WHATSAPP</a:t>
            </a:r>
            <a:endParaRPr lang="en-US" sz="576" dirty="0"/>
          </a:p>
        </p:txBody>
      </p:sp>
      <p:sp>
        <p:nvSpPr>
          <p:cNvPr id="6" name="Nomor WhatsApp"/>
          <p:cNvSpPr txBox="1"/>
          <p:nvPr/>
        </p:nvSpPr>
        <p:spPr>
          <a:xfrm>
            <a:off x="723585" y="1753620"/>
            <a:ext cx="914233" cy="132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720" dirty="0">
                <a:solidFill>
                  <a:srgbClr val="E9D39A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+81 80-9580-3259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men Trip Card">
  <a:themeElements>
    <a:clrScheme name="Omen Trip Card">
      <a:dk1>
        <a:srgbClr val="111111"/>
      </a:dk1>
      <a:lt1>
        <a:srgbClr val="FFFFFF"/>
      </a:lt1>
      <a:dk2>
        <a:srgbClr val="16233F"/>
      </a:dk2>
      <a:lt2>
        <a:srgbClr val="F4F6FA"/>
      </a:lt2>
      <a:accent1>
        <a:srgbClr val="0B3991"/>
      </a:accent1>
      <a:accent2>
        <a:srgbClr val="B8913A"/>
      </a:accent2>
      <a:accent3>
        <a:srgbClr val="D4AF5A"/>
      </a:accent3>
      <a:accent4>
        <a:srgbClr val="2F52B8"/>
      </a:accent4>
      <a:accent5>
        <a:srgbClr val="6B6B6B"/>
      </a:accent5>
      <a:accent6>
        <a:srgbClr val="E9D39A"/>
      </a:accent6>
      <a:hlink>
        <a:srgbClr val="0B3991"/>
      </a:hlink>
      <a:folHlink>
        <a:srgbClr val="2F52B8"/>
      </a:folHlink>
    </a:clrScheme>
    <a:fontScheme name="Omen Trip Card">
      <a:majorFont>
        <a:latin typeface="Montserrat Extra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 Medium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Kartu Nama Omen Trip - M Khittatul Rohman (versi cetak)</dc:title>
  <dc:subject>PptxGenJS Presentation</dc:subject>
  <dc:creator>Omen Trip</dc:creator>
  <cp:lastModifiedBy>Omen Trip</cp:lastModifiedBy>
  <cp:revision>1</cp:revision>
  <dcterms:created xsi:type="dcterms:W3CDTF">2026-10-30T01:43:32Z</dcterms:created>
  <dcterms:modified xsi:type="dcterms:W3CDTF">2026-10-30T01:43:32Z</dcterms:modified>
</cp:coreProperties>
</file>